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Host Grotesk Medium" panose="020B0604020202020204" charset="0"/>
      <p:regular r:id="rId24"/>
    </p:embeddedFont>
    <p:embeddedFont>
      <p:font typeface="Roboto" panose="02000000000000000000" pitchFamily="2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chayskth@outlook.com" userId="eb64ba3477563ebd" providerId="LiveId" clId="{DD58A088-F3C6-43EA-B151-5B1CA8E51D3C}"/>
    <pc:docChg chg="modSld">
      <pc:chgData name="nischayskth@outlook.com" userId="eb64ba3477563ebd" providerId="LiveId" clId="{DD58A088-F3C6-43EA-B151-5B1CA8E51D3C}" dt="2026-07-05T10:32:43.124" v="14" actId="20577"/>
      <pc:docMkLst>
        <pc:docMk/>
      </pc:docMkLst>
      <pc:sldChg chg="modSp mod">
        <pc:chgData name="nischayskth@outlook.com" userId="eb64ba3477563ebd" providerId="LiveId" clId="{DD58A088-F3C6-43EA-B151-5B1CA8E51D3C}" dt="2026-07-05T10:32:43.124" v="14" actId="20577"/>
        <pc:sldMkLst>
          <pc:docMk/>
          <pc:sldMk cId="0" sldId="256"/>
        </pc:sldMkLst>
        <pc:spChg chg="mod">
          <ac:chgData name="nischayskth@outlook.com" userId="eb64ba3477563ebd" providerId="LiveId" clId="{DD58A088-F3C6-43EA-B151-5B1CA8E51D3C}" dt="2026-07-05T10:32:43.124" v="14" actId="20577"/>
          <ac:spMkLst>
            <pc:docMk/>
            <pc:sldMk cId="0" sldId="256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48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45865"/>
            <a:ext cx="2072330" cy="340122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102519"/>
            <a:ext cx="24551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APPLICATION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828259" y="1045865"/>
            <a:ext cx="689950" cy="340122"/>
          </a:xfrm>
          <a:prstGeom prst="roundRect">
            <a:avLst>
              <a:gd name="adj" fmla="val 18673"/>
            </a:avLst>
          </a:prstGeom>
          <a:noFill/>
          <a:ln/>
          <a:effectLst>
            <a:outerShdw blurRad="101600" dist="50800" dir="16200000" algn="bl" rotWithShape="0">
              <a:srgbClr val="95CCDA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41663" y="1102519"/>
            <a:ext cx="10727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146159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Enterprise Governance, Risk, Compliance &amp; Procurement Platform (e-GRCP)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661475" y="2926358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React 19 enterprise application for streamlined governance, risk management, compliance, and procurement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3469680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754934"/>
            <a:ext cx="2575357" cy="685998"/>
          </a:xfrm>
          <a:prstGeom prst="roundRect">
            <a:avLst>
              <a:gd name="adj" fmla="val 1157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3950295"/>
            <a:ext cx="2184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React 19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3425839" y="3754934"/>
            <a:ext cx="2575456" cy="685998"/>
          </a:xfrm>
          <a:prstGeom prst="roundRect">
            <a:avLst>
              <a:gd name="adj" fmla="val 1157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195" y="3950295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Redux Toolkit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190301" y="3754934"/>
            <a:ext cx="2575456" cy="685998"/>
          </a:xfrm>
          <a:prstGeom prst="roundRect">
            <a:avLst>
              <a:gd name="adj" fmla="val 1157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5658" y="3950295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React Router DOM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954764" y="3754934"/>
            <a:ext cx="2575456" cy="685998"/>
          </a:xfrm>
          <a:prstGeom prst="roundRect">
            <a:avLst>
              <a:gd name="adj" fmla="val 1157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0121" y="3950295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Axios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661475" y="4629944"/>
            <a:ext cx="5339820" cy="685998"/>
          </a:xfrm>
          <a:prstGeom prst="roundRect">
            <a:avLst>
              <a:gd name="adj" fmla="val 1157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832" y="4825305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Material UI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6190301" y="4629944"/>
            <a:ext cx="5339919" cy="685998"/>
          </a:xfrm>
          <a:prstGeom prst="roundRect">
            <a:avLst>
              <a:gd name="adj" fmla="val 11573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5658" y="4825305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Vite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51890" y="5528568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by Nischay Suman Achar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59458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Overview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430338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is e-GRCP?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304455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centralized platform designed to streamline enterprise governance, risk management, compliance, and procurement workflows.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00548"/>
            <a:ext cx="5339820" cy="1404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01496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Purpose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423642"/>
            <a:ext cx="4809409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Unify governance, risk, compliance, and procurement into one application.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800548"/>
            <a:ext cx="5339919" cy="14044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06305" y="3014960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Business Background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506305" y="3423642"/>
            <a:ext cx="4809509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 enterprise needs for controlled, auditable procurement and compliance.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94002"/>
            <a:ext cx="5339820" cy="14044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7479" y="460841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Enterprise Use Case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977479" y="5017095"/>
            <a:ext cx="4809409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 vendors, risks, audits, and reporting across departments.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4394002"/>
            <a:ext cx="5339919" cy="140444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06305" y="460841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Expected Benefits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506305" y="5017095"/>
            <a:ext cx="4809509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Automation, visibility, governance, and better decision making.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5934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&amp; Vision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966813"/>
            <a:ext cx="974055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From Manual Chaos to Centralized Control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525350" y="2840930"/>
            <a:ext cx="5476043" cy="2421037"/>
          </a:xfrm>
          <a:prstGeom prst="roundRect">
            <a:avLst>
              <a:gd name="adj" fmla="val 5621"/>
            </a:avLst>
          </a:prstGeom>
          <a:solidFill>
            <a:srgbClr val="C3643D"/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3029942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Current Problems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514229"/>
            <a:ext cx="5098029" cy="1681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Email-based approvals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 sheets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tracking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 issues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 risks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3029942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Solution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514229"/>
            <a:ext cx="5203794" cy="1681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platform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Automation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Visibility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decision making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0319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48991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full suite of libraries and tools powering the e-GRCP platform.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45085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2745085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 Framework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70177" y="3153767"/>
            <a:ext cx="460750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19, Vite, React Router DOM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745085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22617" y="2745085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State Management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922617" y="3153767"/>
            <a:ext cx="4607603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Redux Toolkit, Redux Persist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815259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0177" y="381525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Forms &amp; Validation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370177" y="4223941"/>
            <a:ext cx="460750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Hook Form, Yup Validation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815259"/>
            <a:ext cx="472468" cy="472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22617" y="381525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Networking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922617" y="4223941"/>
            <a:ext cx="4607603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Axios, Mock API Layer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85432"/>
            <a:ext cx="472468" cy="472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0177" y="4885432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UI &amp; Charts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1370177" y="5294114"/>
            <a:ext cx="4607504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 UI, Recharts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885432"/>
            <a:ext cx="472468" cy="472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22617" y="4885432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Testing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6922617" y="5294114"/>
            <a:ext cx="4607603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Jest, React Testing Library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544"/>
            <a:ext cx="3193772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76610"/>
            <a:ext cx="1147833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layered architecture separating UI, state, services, and data access for maintainability and scalability.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59966"/>
            <a:ext cx="10868745" cy="49741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22865" y="1845006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Outer: UI &amp; State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622865" y="2231035"/>
            <a:ext cx="2650038" cy="37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Presentation layer and Redux state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8521" y="3329679"/>
            <a:ext cx="2436325" cy="60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Middle: Data &amp; Access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18521" y="4016249"/>
            <a:ext cx="2436325" cy="37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1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Mock API, Axios, Service interfaces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22865" y="4324136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Core: Deployment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22865" y="4710164"/>
            <a:ext cx="2650038" cy="371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hosting and delivery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475" y="6197600"/>
            <a:ext cx="11478330" cy="119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layer has a distinct responsibility: the Presentation Layer renders UI, Redux manages state, the Service Layer handles business logic, Axios manages HTTP, and the Mock API Layer simulates backend responses during development.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8558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Application Modules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47230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Nine core modules covering the full governance, risk, and procurement lifecycle.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43324"/>
            <a:ext cx="2575357" cy="6859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6832" y="3138686"/>
            <a:ext cx="2184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Authentication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839" y="2943324"/>
            <a:ext cx="2575456" cy="6859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21195" y="3138686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Dashboard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943324"/>
            <a:ext cx="2575456" cy="6859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85658" y="3138686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Procurement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4764" y="2943324"/>
            <a:ext cx="2575456" cy="6859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50121" y="3138686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Vendor Governance</a:t>
            </a:r>
            <a:endParaRPr lang="en-US" sz="18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18334"/>
            <a:ext cx="2575357" cy="68599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56832" y="4013696"/>
            <a:ext cx="21846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Center</a:t>
            </a:r>
            <a:endParaRPr lang="en-US" sz="18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839" y="3818334"/>
            <a:ext cx="2575456" cy="68599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621195" y="4013696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Compliance Center</a:t>
            </a:r>
            <a:endParaRPr lang="en-US" sz="18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3818334"/>
            <a:ext cx="2575456" cy="68599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385658" y="4013696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Audit Center</a:t>
            </a:r>
            <a:endParaRPr lang="en-US" sz="18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4764" y="3818334"/>
            <a:ext cx="2575456" cy="68599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150121" y="4013696"/>
            <a:ext cx="21847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Reporting</a:t>
            </a:r>
            <a:endParaRPr lang="en-US" sz="18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93345"/>
            <a:ext cx="10868745" cy="68599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856832" y="4888706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Settings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1373"/>
            <a:ext cx="544250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Authentication Module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44502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Screens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328789"/>
            <a:ext cx="4637269" cy="1681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Forgot Password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Reset Password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Expired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Denied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30126" y="2655491"/>
            <a:ext cx="6042469" cy="2421037"/>
          </a:xfrm>
          <a:prstGeom prst="roundRect">
            <a:avLst>
              <a:gd name="adj" fmla="val 5621"/>
            </a:avLst>
          </a:prstGeom>
          <a:solidFill>
            <a:srgbClr val="95CCDA"/>
          </a:solidFill>
          <a:ln/>
        </p:spPr>
      </p:sp>
      <p:sp>
        <p:nvSpPr>
          <p:cNvPr id="6" name="Text 4"/>
          <p:cNvSpPr/>
          <p:nvPr/>
        </p:nvSpPr>
        <p:spPr>
          <a:xfrm>
            <a:off x="5819133" y="2844502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Concepts Used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5819133" y="3328789"/>
            <a:ext cx="5664455" cy="1681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Hook Form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Yup Validation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Redux Toolkit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Protected Routes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Routing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6134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Executive Dashboard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24806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real-time overview of key enterprise metrics, activities, and trends.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20900"/>
            <a:ext cx="3496877" cy="19459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6410" y="226268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75881" y="287684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KPI Cards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75881" y="3285530"/>
            <a:ext cx="3068065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performance indicators at a glance.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120900"/>
            <a:ext cx="3496877" cy="19459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82294" y="226268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61766" y="287684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Charts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561766" y="3285530"/>
            <a:ext cx="3068065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analytics powered by Recharts.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120900"/>
            <a:ext cx="3496877" cy="19459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68179" y="226268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47650" y="287684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Recent Activities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247650" y="3285530"/>
            <a:ext cx="3068065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Latest actions across all modules.</a:t>
            </a:r>
            <a:endParaRPr lang="en-US" sz="14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55889"/>
            <a:ext cx="3496877" cy="194597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296410" y="439767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875881" y="5011837"/>
            <a:ext cx="23897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Department Spending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875881" y="5420519"/>
            <a:ext cx="3068065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Spending breakdown by department.</a:t>
            </a:r>
            <a:endParaRPr lang="en-US" sz="14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4255889"/>
            <a:ext cx="3496877" cy="194597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982294" y="439767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1750" dirty="0"/>
          </a:p>
        </p:txBody>
      </p:sp>
      <p:sp>
        <p:nvSpPr>
          <p:cNvPr id="22" name="Text 15"/>
          <p:cNvSpPr/>
          <p:nvPr/>
        </p:nvSpPr>
        <p:spPr>
          <a:xfrm>
            <a:off x="4561766" y="501183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Risk Trends</a:t>
            </a:r>
            <a:endParaRPr lang="en-US" sz="1850" dirty="0"/>
          </a:p>
        </p:txBody>
      </p:sp>
      <p:sp>
        <p:nvSpPr>
          <p:cNvPr id="23" name="Text 16"/>
          <p:cNvSpPr/>
          <p:nvPr/>
        </p:nvSpPr>
        <p:spPr>
          <a:xfrm>
            <a:off x="4561766" y="5420519"/>
            <a:ext cx="3068065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levels tracked over time.</a:t>
            </a:r>
            <a:endParaRPr lang="en-US" sz="14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4255889"/>
            <a:ext cx="3496877" cy="1945977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668179" y="439767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6</a:t>
            </a:r>
            <a:endParaRPr lang="en-US" sz="1750" dirty="0"/>
          </a:p>
        </p:txBody>
      </p:sp>
      <p:sp>
        <p:nvSpPr>
          <p:cNvPr id="26" name="Text 18"/>
          <p:cNvSpPr/>
          <p:nvPr/>
        </p:nvSpPr>
        <p:spPr>
          <a:xfrm>
            <a:off x="8247650" y="501183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Compliance Trends</a:t>
            </a:r>
            <a:endParaRPr lang="en-US" sz="1850" dirty="0"/>
          </a:p>
        </p:txBody>
      </p:sp>
      <p:sp>
        <p:nvSpPr>
          <p:cNvPr id="27" name="Text 19"/>
          <p:cNvSpPr/>
          <p:nvPr/>
        </p:nvSpPr>
        <p:spPr>
          <a:xfrm>
            <a:off x="8247650" y="5420519"/>
            <a:ext cx="3068065" cy="566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 posture monitored continuously.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Redux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0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management flow from action dispatch through store update to UI re-render.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68983"/>
            <a:ext cx="10868745" cy="5931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7679" y="3654048"/>
            <a:ext cx="2249146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Store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967679" y="4031966"/>
            <a:ext cx="2249146" cy="353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state with Redux Persist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61081" y="2413718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Dispatch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440778" y="2791636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Actions trigger reducers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59204" y="5342911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Store Update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138901" y="5720829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is updated immutably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552116" y="1750072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Slices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431813" y="2127991"/>
            <a:ext cx="2594363" cy="353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createSlice &amp; createAsyncThunk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247247" y="5813674"/>
            <a:ext cx="2353757" cy="29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UI Re-render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126944" y="6191592"/>
            <a:ext cx="2594363" cy="176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Components reflect new state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61475" y="7053263"/>
            <a:ext cx="11478330" cy="112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store is composed of slices created with </a:t>
            </a:r>
            <a:r>
              <a:rPr lang="en-US" sz="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createSlice</a:t>
            </a: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Async operations use </a:t>
            </a:r>
            <a:r>
              <a:rPr lang="en-US" sz="7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createAsyncThunk</a:t>
            </a: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Redux Persist saves state to local storage, ensuring data survives page reloads.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9393"/>
            <a:ext cx="4507097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React Router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98079"/>
            <a:ext cx="11478330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routing strategy that separates public, protected, and role-based access.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040" y="1570930"/>
            <a:ext cx="5365517" cy="4139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1049" y="3408307"/>
            <a:ext cx="935783" cy="427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BrowserRouter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41617" y="4605527"/>
            <a:ext cx="1392145" cy="427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Role-Based Routes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41617" y="5094353"/>
            <a:ext cx="1392145" cy="29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based on user role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35361" y="3343043"/>
            <a:ext cx="1422577" cy="2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Access Denied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35361" y="3617888"/>
            <a:ext cx="1422577" cy="29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Shown when permission denied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21177" y="4712517"/>
            <a:ext cx="1392145" cy="2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404 Page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21177" y="4987363"/>
            <a:ext cx="1392145" cy="29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Rendered for unmatched paths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119824" y="3335434"/>
            <a:ext cx="1422578" cy="213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Protected Routes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19824" y="3610280"/>
            <a:ext cx="1422578" cy="29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 user authentication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47161" y="1908899"/>
            <a:ext cx="1430185" cy="2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Public Routes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47161" y="2183745"/>
            <a:ext cx="1430185" cy="291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Accessible without auth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1475" y="5814913"/>
            <a:ext cx="10868745" cy="343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BrowserRouter</a:t>
            </a: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manages all navigation. Protected routes require authentication, while role-based routes enforce access control. Unmatched paths render the 404 page, and unauthorized access triggers the Access Denied screen.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7003"/>
            <a:ext cx="535509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Component Hierarchy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55676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modular structure organizing components by feature, layout, and shared utilities.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40781"/>
            <a:ext cx="3232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Feature-Based Structure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925068"/>
            <a:ext cx="3315014" cy="307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Components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Components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Procurement Components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Vendor Governance Components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Center Components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 Center Components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Center Components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Components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Settings Components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443996" y="2440781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Layouts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4443996" y="2925068"/>
            <a:ext cx="3315014" cy="98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Layout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 Layout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Layout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43996" y="4096643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Pages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443996" y="4580930"/>
            <a:ext cx="3315014" cy="98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Login Page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Page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Module Pages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6517" y="2440781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Shared Components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6517" y="2925068"/>
            <a:ext cx="3315014" cy="2031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Buttons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Tables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Navigation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6551"/>
            <a:ext cx="850412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Deployment &amp; Future Enhancements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05223"/>
            <a:ext cx="11478330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deployment strategy and roadmap for production-ready features.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790329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Current Deployment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274616"/>
            <a:ext cx="5203794" cy="98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Repository: version control and collaboration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Vercel Deployment: serverless hosting and CI/CD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Application: production-ready frontend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790329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Enhancements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274616"/>
            <a:ext cx="5203794" cy="2380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 Integration: connect to real APIs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Authentication: secure token-based auth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Notifications: WebSocket integration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Microservices: scalable backend architecture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 Integration: persistent data storage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Analytics: deeper insights and reporting</a:t>
            </a:r>
            <a:endParaRPr lang="en-US" sz="1450" dirty="0"/>
          </a:p>
          <a:p>
            <a:pPr marL="294640" indent="-294640" algn="l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Responsiveness: optimize for all devices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012"/>
            <a:ext cx="58049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Performance Optimization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35795"/>
            <a:ext cx="11478330" cy="25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techniques to ensure fast load times and smooth user interactions.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67595"/>
            <a:ext cx="5354007" cy="212983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7761" y="2014041"/>
            <a:ext cx="261336" cy="2613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4748" y="2569964"/>
            <a:ext cx="217809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React Optimization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854748" y="2938463"/>
            <a:ext cx="4967461" cy="86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React.memo: prevent unnecessary re-renders</a:t>
            </a:r>
            <a:endParaRPr lang="en-US" sz="1350" dirty="0"/>
          </a:p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useMemo: memoize expensive computations</a:t>
            </a:r>
            <a:endParaRPr lang="en-US" sz="1350" dirty="0"/>
          </a:p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useCallback: stable function references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6113" y="1867595"/>
            <a:ext cx="5354107" cy="212983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2499" y="2014041"/>
            <a:ext cx="261336" cy="26134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69387" y="2569964"/>
            <a:ext cx="217809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Code Splitting</a:t>
            </a:r>
            <a:endParaRPr lang="en-US" sz="1700" dirty="0"/>
          </a:p>
        </p:txBody>
      </p:sp>
      <p:sp>
        <p:nvSpPr>
          <p:cNvPr id="11" name="Text 5"/>
          <p:cNvSpPr/>
          <p:nvPr/>
        </p:nvSpPr>
        <p:spPr>
          <a:xfrm>
            <a:off x="6369387" y="2938463"/>
            <a:ext cx="4967560" cy="86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Lazy Loading: load components on demand</a:t>
            </a:r>
            <a:endParaRPr lang="en-US" sz="1350" dirty="0"/>
          </a:p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Dynamic Imports: split code by route</a:t>
            </a:r>
            <a:endParaRPr lang="en-US" sz="1350" dirty="0"/>
          </a:p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Splitting: separate bundle per module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158059"/>
            <a:ext cx="5354007" cy="212983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7761" y="4304506"/>
            <a:ext cx="261336" cy="26134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54748" y="4860429"/>
            <a:ext cx="217809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Bundle Analysis</a:t>
            </a:r>
            <a:endParaRPr lang="en-US" sz="1700" dirty="0"/>
          </a:p>
        </p:txBody>
      </p:sp>
      <p:sp>
        <p:nvSpPr>
          <p:cNvPr id="15" name="Text 7"/>
          <p:cNvSpPr/>
          <p:nvPr/>
        </p:nvSpPr>
        <p:spPr>
          <a:xfrm>
            <a:off x="854748" y="5228927"/>
            <a:ext cx="4967461" cy="86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large dependencies</a:t>
            </a:r>
            <a:endParaRPr lang="en-US" sz="1350" dirty="0"/>
          </a:p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import statements</a:t>
            </a:r>
            <a:endParaRPr lang="en-US" sz="1350" dirty="0"/>
          </a:p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 shaking unused code</a:t>
            </a:r>
            <a:endParaRPr lang="en-US" sz="13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6113" y="4158059"/>
            <a:ext cx="5354107" cy="212983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22499" y="4304506"/>
            <a:ext cx="261336" cy="26134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369387" y="4860429"/>
            <a:ext cx="217809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Monitoring</a:t>
            </a:r>
            <a:endParaRPr lang="en-US" sz="1700" dirty="0"/>
          </a:p>
        </p:txBody>
      </p:sp>
      <p:sp>
        <p:nvSpPr>
          <p:cNvPr id="19" name="Text 9"/>
          <p:cNvSpPr/>
          <p:nvPr/>
        </p:nvSpPr>
        <p:spPr>
          <a:xfrm>
            <a:off x="6369387" y="5228927"/>
            <a:ext cx="4967560" cy="865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metrics tracking</a:t>
            </a:r>
            <a:endParaRPr lang="en-US" sz="1350" dirty="0"/>
          </a:p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time analysis</a:t>
            </a:r>
            <a:endParaRPr lang="en-US" sz="1350" dirty="0"/>
          </a:p>
          <a:p>
            <a:pPr marL="274320" indent="-274320" algn="l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experience metrics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1670"/>
            <a:ext cx="5583792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Testing &amp; Error Handling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883966"/>
            <a:ext cx="11478330" cy="262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testing strategy and robust error management across the application.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491978"/>
            <a:ext cx="5824888" cy="328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Framework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61475" y="2973685"/>
            <a:ext cx="5215303" cy="1103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Jest for unit testing</a:t>
            </a:r>
            <a:endParaRPr lang="en-US" sz="1400" dirty="0"/>
          </a:p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Testing Library for component testing</a:t>
            </a:r>
            <a:endParaRPr lang="en-US" sz="1400" dirty="0"/>
          </a:p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Redux testing utilities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4231084"/>
            <a:ext cx="5824888" cy="328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Coverage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1475" y="4712791"/>
            <a:ext cx="5215303" cy="1103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 Testing: UI behavior and rendering</a:t>
            </a:r>
            <a:endParaRPr lang="en-US" sz="1400" dirty="0"/>
          </a:p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Redux Testing: state management and reducers</a:t>
            </a:r>
            <a:endParaRPr lang="en-US" sz="1400" dirty="0"/>
          </a:p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Testing: module workflows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71371" y="2509044"/>
            <a:ext cx="2854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Error Handling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71371" y="2960092"/>
            <a:ext cx="5115095" cy="1229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 Boundary: catches React component errors</a:t>
            </a:r>
            <a:endParaRPr lang="en-US" sz="1400" dirty="0"/>
          </a:p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 Errors: form field validation feedback</a:t>
            </a:r>
            <a:endParaRPr lang="en-US" sz="1400" dirty="0"/>
          </a:p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Errors: API failure handling</a:t>
            </a:r>
            <a:endParaRPr lang="en-US" sz="1400" dirty="0"/>
          </a:p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User-Friendly Messages: clear error communication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71371" y="4360069"/>
            <a:ext cx="2854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Coverage Report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371371" y="4811117"/>
            <a:ext cx="5115095" cy="907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Aim for 80%+ code coverage</a:t>
            </a:r>
            <a:endParaRPr lang="en-US" sz="1400" dirty="0"/>
          </a:p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path testing priority</a:t>
            </a:r>
            <a:endParaRPr lang="en-US" sz="1400" dirty="0"/>
          </a:p>
          <a:p>
            <a:pPr marL="284480" indent="-284480" algn="l">
              <a:lnSpc>
                <a:spcPct val="122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integration checks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30982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Axios &amp; Mock API Flow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0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layered approach to HTTP communication with interceptors and mock data for development.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217" y="1068983"/>
            <a:ext cx="10069161" cy="61421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3713" y="1632584"/>
            <a:ext cx="2294776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Axios Client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303713" y="2025218"/>
            <a:ext cx="2294776" cy="55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HTTP client configuration; Base URL and headers setup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911059" y="4992725"/>
            <a:ext cx="2294777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Service Layer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911059" y="5385358"/>
            <a:ext cx="2294777" cy="733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logic encapsulation; API endpoint definitions; Error handling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66535" y="1558711"/>
            <a:ext cx="2369327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Interceptors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866535" y="1951344"/>
            <a:ext cx="2369327" cy="917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 interceptors for auth tokens; Response interceptors for error handling; Loading state management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57238" y="5704458"/>
            <a:ext cx="2294777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Mock JSON Files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57238" y="6097092"/>
            <a:ext cx="2294777" cy="36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Simulated API responses; Development data fixtures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94058" y="2748669"/>
            <a:ext cx="2294777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API Response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494058" y="3141302"/>
            <a:ext cx="2294777" cy="36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transformation; Error normalization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1475" y="7264202"/>
            <a:ext cx="11478330" cy="106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modular design ensures efficient data handling, robust error management, and seamless integration of mock data for testing and development, leading to a resilient and maintainable application.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072"/>
            <a:ext cx="503969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460996"/>
            <a:ext cx="11478330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enterprise application demonstrating modern React architecture and best practices.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905298"/>
            <a:ext cx="5351329" cy="2263577"/>
          </a:xfrm>
          <a:prstGeom prst="roundRect">
            <a:avLst>
              <a:gd name="adj" fmla="val 3288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025" y="2088852"/>
            <a:ext cx="221500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Summary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5025" y="2465388"/>
            <a:ext cx="4984228" cy="1146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Full-stack governance, risk, compliance, and procurement platform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Production-ready React 19 application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Enterprise-grade architecture and patterns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8892" y="1905298"/>
            <a:ext cx="5351329" cy="2263577"/>
          </a:xfrm>
          <a:prstGeom prst="roundRect">
            <a:avLst>
              <a:gd name="adj" fmla="val 3288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2442" y="2088852"/>
            <a:ext cx="221500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Learnings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62442" y="2465388"/>
            <a:ext cx="4984228" cy="1519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state management with Redux Toolkit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Component-driven development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application architecture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Testing and quality assurance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optimization techniques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1475" y="4334966"/>
            <a:ext cx="5351329" cy="1947962"/>
          </a:xfrm>
          <a:prstGeom prst="roundRect">
            <a:avLst>
              <a:gd name="adj" fmla="val 3821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025" y="4518521"/>
            <a:ext cx="2316402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Enterprise Architecture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025" y="4895056"/>
            <a:ext cx="4984228" cy="120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Layered architecture for maintainability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Separation of concerns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component patterns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state management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8892" y="4334966"/>
            <a:ext cx="5351329" cy="1947962"/>
          </a:xfrm>
          <a:prstGeom prst="roundRect">
            <a:avLst>
              <a:gd name="adj" fmla="val 3821"/>
            </a:avLst>
          </a:prstGeom>
          <a:solidFill>
            <a:srgbClr val="D9EDF2"/>
          </a:solidFill>
          <a:ln w="6350">
            <a:solidFill>
              <a:srgbClr val="BFD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2442" y="4518521"/>
            <a:ext cx="2215003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Scalable Design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62442" y="4895056"/>
            <a:ext cx="4984228" cy="120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feature structure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extend and maintain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optimized</a:t>
            </a:r>
            <a:endParaRPr lang="en-US" sz="1350" dirty="0"/>
          </a:p>
          <a:p>
            <a:pPr marL="274320" indent="-274320" algn="l">
              <a:lnSpc>
                <a:spcPct val="121000"/>
              </a:lnSpc>
              <a:buSzPct val="100000"/>
              <a:buChar char="•"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Production ready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5583" y="2011462"/>
            <a:ext cx="10060430" cy="118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Thank You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3570883"/>
            <a:ext cx="10868745" cy="1275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 Nischay Suman Achar</a:t>
            </a:r>
            <a:endParaRPr lang="en-US" sz="1450" dirty="0"/>
          </a:p>
          <a:p>
            <a:pPr marL="0" indent="0" algn="ctr">
              <a:lnSpc>
                <a:spcPct val="125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Governance, Risk, Compliance &amp; Procurement Platform (e-GRCP)</a:t>
            </a:r>
            <a:endParaRPr lang="en-US" sz="14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React 19 enterprise application demonstrating modern architecture and best practices.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1127</Words>
  <Application>Microsoft Office PowerPoint</Application>
  <PresentationFormat>Widescreen</PresentationFormat>
  <Paragraphs>264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Roboto</vt:lpstr>
      <vt:lpstr>Arial</vt:lpstr>
      <vt:lpstr>Host Grotesk Medium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nischayskth@outlook.com</cp:lastModifiedBy>
  <cp:revision>2</cp:revision>
  <dcterms:created xsi:type="dcterms:W3CDTF">2026-07-04T04:27:40Z</dcterms:created>
  <dcterms:modified xsi:type="dcterms:W3CDTF">2026-07-05T10:32:47Z</dcterms:modified>
</cp:coreProperties>
</file>